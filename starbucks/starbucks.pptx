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8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89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137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503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08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745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00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730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18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90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451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086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6618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579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906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736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336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24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9DF6085-512E-4243-BFE2-C581E89D1462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36B5595-4019-45FA-9B5F-F2A1E5B546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3250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61F24-37BB-4B91-B0D2-AFBD23838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10313640" cy="2971801"/>
          </a:xfrm>
        </p:spPr>
        <p:txBody>
          <a:bodyPr/>
          <a:lstStyle/>
          <a:p>
            <a:r>
              <a:rPr lang="ko-KR" altLang="en-US" dirty="0"/>
              <a:t>포트폴리오 이름 </a:t>
            </a:r>
            <a:r>
              <a:rPr lang="en-US" altLang="ko-KR" dirty="0"/>
              <a:t>/ </a:t>
            </a:r>
            <a:r>
              <a:rPr lang="ko-KR" altLang="en-US" dirty="0" err="1"/>
              <a:t>과정명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본인이름</a:t>
            </a:r>
          </a:p>
        </p:txBody>
      </p:sp>
    </p:spTree>
    <p:extLst>
      <p:ext uri="{BB962C8B-B14F-4D97-AF65-F5344CB8AC3E}">
        <p14:creationId xmlns:p14="http://schemas.microsoft.com/office/powerpoint/2010/main" val="1917548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E1661-F0B6-4DBE-A87F-DE2F54E86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138" y="2822067"/>
            <a:ext cx="2171723" cy="1213865"/>
          </a:xfrm>
        </p:spPr>
        <p:txBody>
          <a:bodyPr/>
          <a:lstStyle/>
          <a:p>
            <a:r>
              <a:rPr lang="ko-KR" altLang="en-US" dirty="0"/>
              <a:t>내용 작성</a:t>
            </a:r>
          </a:p>
        </p:txBody>
      </p:sp>
    </p:spTree>
    <p:extLst>
      <p:ext uri="{BB962C8B-B14F-4D97-AF65-F5344CB8AC3E}">
        <p14:creationId xmlns:p14="http://schemas.microsoft.com/office/powerpoint/2010/main" val="1687873195"/>
      </p:ext>
    </p:extLst>
  </p:cSld>
  <p:clrMapOvr>
    <a:masterClrMapping/>
  </p:clrMapOvr>
</p:sld>
</file>

<file path=ppt/theme/theme1.xml><?xml version="1.0" encoding="utf-8"?>
<a:theme xmlns:a="http://schemas.openxmlformats.org/drawingml/2006/main" name="슬라이스">
  <a:themeElements>
    <a:clrScheme name="슬라이스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슬라이스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슬라이스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</TotalTime>
  <Words>8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슬라이스</vt:lpstr>
      <vt:lpstr>포트폴리오 이름 / 과정명 / 본인이름</vt:lpstr>
      <vt:lpstr>내용 작성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 이름 / 과정명 / 본인이름</dc:title>
  <dc:creator>Administrator</dc:creator>
  <cp:lastModifiedBy>Administrator</cp:lastModifiedBy>
  <cp:revision>1</cp:revision>
  <dcterms:created xsi:type="dcterms:W3CDTF">2026-03-11T01:11:14Z</dcterms:created>
  <dcterms:modified xsi:type="dcterms:W3CDTF">2026-03-11T01:13:23Z</dcterms:modified>
</cp:coreProperties>
</file>